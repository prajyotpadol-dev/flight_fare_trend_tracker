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613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56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0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4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0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1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36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2594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182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3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9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F02D44B-7D1C-404B-9855-1DC57749C59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7B7FCF-8A6E-47BE-BF9E-C0129D47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43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47E5-4AC0-2E16-AF6A-338B9788E5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Flight Fare Trend Tracker &amp; Price Prediction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07C30-8E90-6F58-774B-F36CF5DC75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 By Soumya &amp; Prajyot</a:t>
            </a:r>
          </a:p>
        </p:txBody>
      </p:sp>
    </p:spTree>
    <p:extLst>
      <p:ext uri="{BB962C8B-B14F-4D97-AF65-F5344CB8AC3E}">
        <p14:creationId xmlns:p14="http://schemas.microsoft.com/office/powerpoint/2010/main" val="2513203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FD0B-243E-4378-3BB3-FE19BECD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F5437-F728-7195-72DD-B1102F9C0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Flight ticket prices change frequently due to demand, seasonality, and availability.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Passengers face difficulty in choosing the best time to book tickets.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Manual tracking of fare trends is time-consuming and unreliable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01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C0AD-274B-D241-0514-310711C66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412E6-D0D3-8C9F-AC45-6A5D69253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collect real-world flight fare data using web scraping.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analyze fare trends using Exploratory Data Analysis (EDA).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build a time-series forecasting model.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predict future flight prices for selected routes.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develop an interactive web application for users.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39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007D-7598-26A6-CF18-F84947A1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DE8C3-EF99-E862-6611-F44567CB9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235184" cy="4380928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The dataset was created using web scraping from online flight booking platforms.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Real-time flight ticket prices were collected for different routes and dates.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The data represents actual market prices, not a synthetic dataset.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Dataset Format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Stored in CSV (Comma Separated Values) format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Two versions used:</a:t>
            </a:r>
          </a:p>
          <a:p>
            <a:pPr lvl="1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Raw Dataset – directly scraped data</a:t>
            </a:r>
          </a:p>
          <a:p>
            <a:pPr lvl="1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Cleaned Dataset – after preprocessing &amp; error removal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218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C1326-242F-CE07-AC69-DB2D9DA65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AE592-C2F2-A2F3-044D-61D8A17A1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scraping technique is used to extract flight fare data.</a:t>
            </a:r>
          </a:p>
          <a:p>
            <a:r>
              <a:rPr lang="en-US" dirty="0"/>
              <a:t>Data was collected for different routes and travel dates.</a:t>
            </a:r>
          </a:p>
          <a:p>
            <a:r>
              <a:rPr lang="en-US" dirty="0"/>
              <a:t>Prices were recorded daily to capture fluctuations.</a:t>
            </a:r>
          </a:p>
          <a:p>
            <a:r>
              <a:rPr lang="en-US" dirty="0"/>
              <a:t>Raw data saved and later cleaned for analysis.</a:t>
            </a:r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Advantage:</a:t>
            </a:r>
            <a:br>
              <a:rPr lang="en-US" dirty="0"/>
            </a:br>
            <a:r>
              <a:rPr lang="en-US" dirty="0"/>
              <a:t>Provides real-world, live data</a:t>
            </a:r>
          </a:p>
          <a:p>
            <a:pPr marL="0" indent="0">
              <a:buNone/>
            </a:pPr>
            <a:r>
              <a:rPr lang="en-US" dirty="0"/>
              <a:t>   Ensures high accuracy</a:t>
            </a:r>
          </a:p>
          <a:p>
            <a:pPr marL="0" indent="0">
              <a:buNone/>
            </a:pPr>
            <a:r>
              <a:rPr lang="en-US" dirty="0"/>
              <a:t>   Makes the prediction system more reliable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285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F1A7-ADC5-5940-4B3F-15320BDC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 &amp;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6E757-D1A4-E470-09CC-78CCC5ACD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and inconsistent values are removed.</a:t>
            </a:r>
          </a:p>
          <a:p>
            <a:r>
              <a:rPr lang="en-US" dirty="0"/>
              <a:t>Date columns were converted into proper datetime format.</a:t>
            </a:r>
          </a:p>
          <a:p>
            <a:r>
              <a:rPr lang="en-US" dirty="0"/>
              <a:t>Data was grouped by route and date</a:t>
            </a:r>
          </a:p>
          <a:p>
            <a:r>
              <a:rPr lang="en-US" dirty="0"/>
              <a:t>Calculated average daily prices</a:t>
            </a:r>
          </a:p>
          <a:p>
            <a:r>
              <a:rPr lang="en-US" dirty="0"/>
              <a:t>We used line graphs to visualize price.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EDA Outcome:</a:t>
            </a:r>
            <a:br>
              <a:rPr lang="en-US" dirty="0"/>
            </a:br>
            <a:r>
              <a:rPr lang="en-US" dirty="0"/>
              <a:t>Clear upward and downward trends observed in flight fares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887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2591-7C1C-C66A-EACA-F552FA155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1728-7DBA-41DE-1483-9B06F4058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825625"/>
            <a:ext cx="1127455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Feature engineering is the process of </a:t>
            </a:r>
            <a:r>
              <a:rPr lang="en-US" b="1" dirty="0"/>
              <a:t>selecting, transforming, and creating useful features</a:t>
            </a:r>
            <a:r>
              <a:rPr lang="en-US" dirty="0"/>
              <a:t> from raw data so that a machine learning model can understand patterns better.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Selected relevant features like price and date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Converted </a:t>
            </a:r>
            <a:r>
              <a:rPr lang="en-US" dirty="0" err="1"/>
              <a:t>Scrape_Date</a:t>
            </a:r>
            <a:r>
              <a:rPr lang="en-US" dirty="0"/>
              <a:t> to proper datetime format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Aggregated daily average prices for time-series modeling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Renamed columns as per model 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Calculated daily average price for each route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Prepared data specifically for forecasting.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Purpose:</a:t>
            </a:r>
          </a:p>
          <a:p>
            <a:r>
              <a:rPr lang="en-US" dirty="0"/>
              <a:t>To improve model accuracy and ensure correct predictions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154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0DB14-A130-6C23-1C24-ECDB932C3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288352-1871-98CB-AF20-AB3E97D7FE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9933432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uses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Facebook Prophet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time-series forecasting model.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designed to predict future values based 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data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suited for data that shows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seasonality and trend patterns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flight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/>
              <a:t>Why Prophet Model?</a:t>
            </a:r>
          </a:p>
          <a:p>
            <a:r>
              <a:rPr lang="en-US" sz="1800" dirty="0"/>
              <a:t>Handles missing data and outliers automatically</a:t>
            </a:r>
          </a:p>
          <a:p>
            <a:r>
              <a:rPr lang="en-US" sz="1800" dirty="0"/>
              <a:t>Works well with business time-series data</a:t>
            </a:r>
          </a:p>
          <a:p>
            <a:r>
              <a:rPr lang="en-US" sz="1800" dirty="0"/>
              <a:t>Easy to interpret results</a:t>
            </a:r>
          </a:p>
          <a:p>
            <a:r>
              <a:rPr lang="en-US" sz="1800" dirty="0"/>
              <a:t>Gives accurate short-term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371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A85B-4F16-AB14-402A-C4EF961B4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859536"/>
            <a:ext cx="10860024" cy="83115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Results &amp; Application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101C2A-A3C2-A319-CEFC-82CC390B68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9229344" cy="4094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Historical fare trends displayed using graphs</a:t>
            </a:r>
          </a:p>
          <a:p>
            <a:r>
              <a:rPr lang="en-US" dirty="0"/>
              <a:t>Future flight fares predicted for next 7 days</a:t>
            </a:r>
          </a:p>
          <a:p>
            <a:r>
              <a:rPr lang="en-US" dirty="0"/>
              <a:t>Route-wise analysis supported.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Application:</a:t>
            </a:r>
            <a:endParaRPr lang="en-US" dirty="0"/>
          </a:p>
          <a:p>
            <a:r>
              <a:rPr lang="en-US" dirty="0"/>
              <a:t>Built using </a:t>
            </a:r>
            <a:r>
              <a:rPr lang="en-US" dirty="0" err="1"/>
              <a:t>Streamlit</a:t>
            </a:r>
            <a:endParaRPr lang="en-US" dirty="0"/>
          </a:p>
          <a:p>
            <a:r>
              <a:rPr lang="en-US" dirty="0"/>
              <a:t>User selects origin and destination</a:t>
            </a:r>
          </a:p>
          <a:p>
            <a:r>
              <a:rPr lang="en-US" dirty="0"/>
              <a:t>Displays price trends and forecasts interactively</a:t>
            </a:r>
          </a:p>
        </p:txBody>
      </p:sp>
    </p:spTree>
    <p:extLst>
      <p:ext uri="{BB962C8B-B14F-4D97-AF65-F5344CB8AC3E}">
        <p14:creationId xmlns:p14="http://schemas.microsoft.com/office/powerpoint/2010/main" val="170855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BFDF3-E685-4103-C534-6B1F5D574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B96DD-CFAA-A759-5B20-7D4AB1B55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1825625"/>
            <a:ext cx="1087831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Conclusion :</a:t>
            </a:r>
          </a:p>
          <a:p>
            <a:r>
              <a:rPr lang="en-US" dirty="0"/>
              <a:t>Successfully analyzed flight fare trends</a:t>
            </a:r>
          </a:p>
          <a:p>
            <a:r>
              <a:rPr lang="en-US" dirty="0"/>
              <a:t>Built an accurate price prediction system</a:t>
            </a:r>
          </a:p>
          <a:p>
            <a:r>
              <a:rPr lang="en-US" dirty="0"/>
              <a:t>Helps users decide the best time to book flights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Future Scope :</a:t>
            </a:r>
          </a:p>
          <a:p>
            <a:r>
              <a:rPr lang="en-US" dirty="0"/>
              <a:t>Add more routes and airlines</a:t>
            </a:r>
          </a:p>
          <a:p>
            <a:r>
              <a:rPr lang="en-US" dirty="0"/>
              <a:t>Predict prices for longer durations</a:t>
            </a:r>
          </a:p>
          <a:p>
            <a:r>
              <a:rPr lang="en-US" dirty="0"/>
              <a:t>Integrate advanced ML models</a:t>
            </a:r>
          </a:p>
          <a:p>
            <a:r>
              <a:rPr lang="en-US" dirty="0"/>
              <a:t>Deploy as a full-scale web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7400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58</TotalTime>
  <Words>511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Garamond</vt:lpstr>
      <vt:lpstr>Wingdings</vt:lpstr>
      <vt:lpstr>Savon</vt:lpstr>
      <vt:lpstr>Flight Fare Trend Tracker &amp; Price Prediction</vt:lpstr>
      <vt:lpstr>Problem Statement</vt:lpstr>
      <vt:lpstr>Project Objectives</vt:lpstr>
      <vt:lpstr>Dataset Description</vt:lpstr>
      <vt:lpstr>Data Collection Methodology</vt:lpstr>
      <vt:lpstr>Data Preprocessing &amp; EDA</vt:lpstr>
      <vt:lpstr>Feature Engineering</vt:lpstr>
      <vt:lpstr>Machine Learning Model </vt:lpstr>
      <vt:lpstr>Results &amp; Application 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 Tarate</dc:creator>
  <cp:lastModifiedBy>Soumya Tarate</cp:lastModifiedBy>
  <cp:revision>1</cp:revision>
  <dcterms:created xsi:type="dcterms:W3CDTF">2026-01-31T19:01:15Z</dcterms:created>
  <dcterms:modified xsi:type="dcterms:W3CDTF">2026-01-31T19:59:32Z</dcterms:modified>
</cp:coreProperties>
</file>